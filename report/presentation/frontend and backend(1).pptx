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da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11928" y="3859727"/>
            <a:ext cx="14264144" cy="2567546"/>
          </a:xfrm>
          <a:custGeom>
            <a:avLst/>
            <a:gdLst/>
            <a:ahLst/>
            <a:cxnLst/>
            <a:rect l="l" t="t" r="r" b="b"/>
            <a:pathLst>
              <a:path w="14264144" h="2567546">
                <a:moveTo>
                  <a:pt x="0" y="0"/>
                </a:moveTo>
                <a:lnTo>
                  <a:pt x="14264144" y="0"/>
                </a:lnTo>
                <a:lnTo>
                  <a:pt x="14264144" y="2567546"/>
                </a:lnTo>
                <a:lnTo>
                  <a:pt x="0" y="2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94125" y="4735503"/>
            <a:ext cx="15899751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</a:pPr>
            <a:r>
              <a:rPr lang="en-US" sz="7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FRONTEND &amp; BACKEND</a:t>
            </a:r>
          </a:p>
        </p:txBody>
      </p:sp>
      <p:sp>
        <p:nvSpPr>
          <p:cNvPr id="4" name="Freeform 4"/>
          <p:cNvSpPr/>
          <p:nvPr/>
        </p:nvSpPr>
        <p:spPr>
          <a:xfrm>
            <a:off x="2011928" y="3555172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2" y="0"/>
                </a:lnTo>
                <a:lnTo>
                  <a:pt x="4032452" y="124640"/>
                </a:lnTo>
                <a:lnTo>
                  <a:pt x="0" y="124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dirty="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7675" y="1240494"/>
            <a:ext cx="15380766" cy="8440231"/>
          </a:xfrm>
          <a:custGeom>
            <a:avLst/>
            <a:gdLst/>
            <a:ahLst/>
            <a:cxnLst/>
            <a:rect l="l" t="t" r="r" b="b"/>
            <a:pathLst>
              <a:path w="15380766" h="8440231">
                <a:moveTo>
                  <a:pt x="0" y="0"/>
                </a:moveTo>
                <a:lnTo>
                  <a:pt x="15380766" y="0"/>
                </a:lnTo>
                <a:lnTo>
                  <a:pt x="15380766" y="8440231"/>
                </a:lnTo>
                <a:lnTo>
                  <a:pt x="0" y="844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78534" y="158838"/>
            <a:ext cx="10082020" cy="869862"/>
          </a:xfrm>
          <a:custGeom>
            <a:avLst/>
            <a:gdLst/>
            <a:ahLst/>
            <a:cxnLst/>
            <a:rect l="l" t="t" r="r" b="b"/>
            <a:pathLst>
              <a:path w="10082020" h="869862">
                <a:moveTo>
                  <a:pt x="0" y="0"/>
                </a:moveTo>
                <a:lnTo>
                  <a:pt x="10082020" y="0"/>
                </a:lnTo>
                <a:lnTo>
                  <a:pt x="10082020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4313" b="-543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96534" y="263613"/>
            <a:ext cx="643873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SYSTEM PIPELINE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1553" y="9718825"/>
            <a:ext cx="1014736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Monda"/>
                <a:ea typeface="Monda"/>
                <a:cs typeface="Monda"/>
                <a:sym typeface="Monda"/>
              </a:rPr>
              <a:t>DENTIME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0753" y="2477803"/>
            <a:ext cx="4964846" cy="5802055"/>
          </a:xfrm>
          <a:custGeom>
            <a:avLst/>
            <a:gdLst/>
            <a:ahLst/>
            <a:cxnLst/>
            <a:rect l="l" t="t" r="r" b="b"/>
            <a:pathLst>
              <a:path w="4964846" h="5802055">
                <a:moveTo>
                  <a:pt x="0" y="0"/>
                </a:moveTo>
                <a:lnTo>
                  <a:pt x="4964846" y="0"/>
                </a:lnTo>
                <a:lnTo>
                  <a:pt x="4964846" y="5802055"/>
                </a:lnTo>
                <a:lnTo>
                  <a:pt x="0" y="5802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49250" y="2581432"/>
            <a:ext cx="11476509" cy="5594798"/>
          </a:xfrm>
          <a:custGeom>
            <a:avLst/>
            <a:gdLst/>
            <a:ahLst/>
            <a:cxnLst/>
            <a:rect l="l" t="t" r="r" b="b"/>
            <a:pathLst>
              <a:path w="11476509" h="5594798">
                <a:moveTo>
                  <a:pt x="0" y="0"/>
                </a:moveTo>
                <a:lnTo>
                  <a:pt x="11476509" y="0"/>
                </a:lnTo>
                <a:lnTo>
                  <a:pt x="11476509" y="5594798"/>
                </a:lnTo>
                <a:lnTo>
                  <a:pt x="0" y="5594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15829" y="592128"/>
            <a:ext cx="8269188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FRONTEND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5912" y="8564824"/>
            <a:ext cx="337452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AUTHENTICATION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34800" y="8430172"/>
            <a:ext cx="2045047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PREDICT PAGE</a:t>
            </a:r>
          </a:p>
        </p:txBody>
      </p:sp>
      <p:sp>
        <p:nvSpPr>
          <p:cNvPr id="7" name="Freeform 7"/>
          <p:cNvSpPr/>
          <p:nvPr/>
        </p:nvSpPr>
        <p:spPr>
          <a:xfrm>
            <a:off x="2580003" y="1527341"/>
            <a:ext cx="4540876" cy="140354"/>
          </a:xfrm>
          <a:custGeom>
            <a:avLst/>
            <a:gdLst/>
            <a:ahLst/>
            <a:cxnLst/>
            <a:rect l="l" t="t" r="r" b="b"/>
            <a:pathLst>
              <a:path w="4540876" h="140354">
                <a:moveTo>
                  <a:pt x="0" y="0"/>
                </a:moveTo>
                <a:lnTo>
                  <a:pt x="4540876" y="0"/>
                </a:lnTo>
                <a:lnTo>
                  <a:pt x="4540876" y="140354"/>
                </a:lnTo>
                <a:lnTo>
                  <a:pt x="0" y="1403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  <p:sp>
        <p:nvSpPr>
          <p:cNvPr id="9" name="Freeform 9"/>
          <p:cNvSpPr/>
          <p:nvPr/>
        </p:nvSpPr>
        <p:spPr>
          <a:xfrm>
            <a:off x="2076239" y="502358"/>
            <a:ext cx="9754802" cy="841630"/>
          </a:xfrm>
          <a:custGeom>
            <a:avLst/>
            <a:gdLst/>
            <a:ahLst/>
            <a:cxnLst/>
            <a:rect l="l" t="t" r="r" b="b"/>
            <a:pathLst>
              <a:path w="9754802" h="841630">
                <a:moveTo>
                  <a:pt x="0" y="0"/>
                </a:moveTo>
                <a:lnTo>
                  <a:pt x="9754802" y="0"/>
                </a:lnTo>
                <a:lnTo>
                  <a:pt x="9754802" y="841630"/>
                </a:lnTo>
                <a:lnTo>
                  <a:pt x="0" y="841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4313" b="-54313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2445" y="843399"/>
            <a:ext cx="13965079" cy="9094757"/>
          </a:xfrm>
          <a:custGeom>
            <a:avLst/>
            <a:gdLst/>
            <a:ahLst/>
            <a:cxnLst/>
            <a:rect l="l" t="t" r="r" b="b"/>
            <a:pathLst>
              <a:path w="13965079" h="9094757">
                <a:moveTo>
                  <a:pt x="0" y="0"/>
                </a:moveTo>
                <a:lnTo>
                  <a:pt x="13965079" y="0"/>
                </a:lnTo>
                <a:lnTo>
                  <a:pt x="13965079" y="9094758"/>
                </a:lnTo>
                <a:lnTo>
                  <a:pt x="0" y="9094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25931" y="123284"/>
            <a:ext cx="4579994" cy="74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6"/>
              </a:lnSpc>
              <a:spcBef>
                <a:spcPct val="0"/>
              </a:spcBef>
            </a:pPr>
            <a:r>
              <a:rPr lang="en-US" sz="5666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USER INPUT</a:t>
            </a:r>
          </a:p>
        </p:txBody>
      </p:sp>
      <p:sp>
        <p:nvSpPr>
          <p:cNvPr id="4" name="Freeform 4"/>
          <p:cNvSpPr/>
          <p:nvPr/>
        </p:nvSpPr>
        <p:spPr>
          <a:xfrm>
            <a:off x="2391187" y="0"/>
            <a:ext cx="5604098" cy="869862"/>
          </a:xfrm>
          <a:custGeom>
            <a:avLst/>
            <a:gdLst/>
            <a:ahLst/>
            <a:cxnLst/>
            <a:rect l="l" t="t" r="r" b="b"/>
            <a:pathLst>
              <a:path w="5604098" h="869862">
                <a:moveTo>
                  <a:pt x="0" y="0"/>
                </a:moveTo>
                <a:lnTo>
                  <a:pt x="5604098" y="0"/>
                </a:lnTo>
                <a:lnTo>
                  <a:pt x="5604098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982" b="-798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72400" y="9625039"/>
            <a:ext cx="2056168" cy="313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2393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POST /predict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445" y="1312925"/>
            <a:ext cx="6014644" cy="3389360"/>
          </a:xfrm>
          <a:custGeom>
            <a:avLst/>
            <a:gdLst/>
            <a:ahLst/>
            <a:cxnLst/>
            <a:rect l="l" t="t" r="r" b="b"/>
            <a:pathLst>
              <a:path w="6014644" h="3389360">
                <a:moveTo>
                  <a:pt x="0" y="0"/>
                </a:moveTo>
                <a:lnTo>
                  <a:pt x="6014644" y="0"/>
                </a:lnTo>
                <a:lnTo>
                  <a:pt x="6014644" y="3389359"/>
                </a:lnTo>
                <a:lnTo>
                  <a:pt x="0" y="3389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01178" y="1234760"/>
            <a:ext cx="8673302" cy="3545689"/>
          </a:xfrm>
          <a:custGeom>
            <a:avLst/>
            <a:gdLst/>
            <a:ahLst/>
            <a:cxnLst/>
            <a:rect l="l" t="t" r="r" b="b"/>
            <a:pathLst>
              <a:path w="8673302" h="3545689">
                <a:moveTo>
                  <a:pt x="0" y="0"/>
                </a:moveTo>
                <a:lnTo>
                  <a:pt x="8673302" y="0"/>
                </a:lnTo>
                <a:lnTo>
                  <a:pt x="8673302" y="3545689"/>
                </a:lnTo>
                <a:lnTo>
                  <a:pt x="0" y="3545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708841">
            <a:off x="6778845" y="2284345"/>
            <a:ext cx="2340019" cy="1927074"/>
            <a:chOff x="0" y="0"/>
            <a:chExt cx="647700" cy="533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20650" y="193675"/>
              <a:ext cx="52705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035326" y="6591258"/>
            <a:ext cx="9176884" cy="64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3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FEATURE TRANSFORMER</a:t>
            </a:r>
          </a:p>
        </p:txBody>
      </p:sp>
      <p:grpSp>
        <p:nvGrpSpPr>
          <p:cNvPr id="8" name="Group 8"/>
          <p:cNvGrpSpPr/>
          <p:nvPr/>
        </p:nvGrpSpPr>
        <p:grpSpPr>
          <a:xfrm rot="-4272803">
            <a:off x="12656809" y="5014696"/>
            <a:ext cx="1608678" cy="1324794"/>
            <a:chOff x="0" y="0"/>
            <a:chExt cx="647700" cy="533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0650" y="193675"/>
              <a:ext cx="52705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75705" y="5992117"/>
            <a:ext cx="1617873" cy="1332366"/>
            <a:chOff x="0" y="0"/>
            <a:chExt cx="647700" cy="533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0650" y="193675"/>
              <a:ext cx="52705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39767" y="7367362"/>
            <a:ext cx="1285854" cy="128585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55830" y="114300"/>
            <a:ext cx="1361122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sz="6400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MAPPING BEFORE GO IN MODEL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83775" y="6260760"/>
            <a:ext cx="3305169" cy="62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PREDICT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2300" y="8760509"/>
            <a:ext cx="6640787" cy="67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4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RETURN OUTPUT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82649" y="1962198"/>
            <a:ext cx="2858244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8 user input ⟶  12 input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35466" y="0"/>
            <a:ext cx="14257380" cy="1091885"/>
          </a:xfrm>
          <a:custGeom>
            <a:avLst/>
            <a:gdLst/>
            <a:ahLst/>
            <a:cxnLst/>
            <a:rect l="l" t="t" r="r" b="b"/>
            <a:pathLst>
              <a:path w="14257380" h="1091885">
                <a:moveTo>
                  <a:pt x="0" y="0"/>
                </a:moveTo>
                <a:lnTo>
                  <a:pt x="14257380" y="0"/>
                </a:lnTo>
                <a:lnTo>
                  <a:pt x="14257380" y="1091885"/>
                </a:lnTo>
                <a:lnTo>
                  <a:pt x="0" y="1091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3076" b="-7195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6670" y="2203716"/>
            <a:ext cx="7487582" cy="6124900"/>
          </a:xfrm>
          <a:custGeom>
            <a:avLst/>
            <a:gdLst/>
            <a:ahLst/>
            <a:cxnLst/>
            <a:rect l="l" t="t" r="r" b="b"/>
            <a:pathLst>
              <a:path w="7487582" h="6124900">
                <a:moveTo>
                  <a:pt x="0" y="0"/>
                </a:moveTo>
                <a:lnTo>
                  <a:pt x="7487582" y="0"/>
                </a:lnTo>
                <a:lnTo>
                  <a:pt x="7487582" y="6124900"/>
                </a:lnTo>
                <a:lnTo>
                  <a:pt x="0" y="61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00863" y="4825322"/>
            <a:ext cx="7795480" cy="75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3"/>
              </a:lnSpc>
              <a:spcBef>
                <a:spcPct val="0"/>
              </a:spcBef>
            </a:pPr>
            <a:r>
              <a:rPr lang="en-US" sz="5693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MAX(PROB) = 54.0 %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88873" y="717053"/>
            <a:ext cx="6491035" cy="74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6"/>
              </a:lnSpc>
              <a:spcBef>
                <a:spcPct val="0"/>
              </a:spcBef>
            </a:pPr>
            <a:r>
              <a:rPr lang="en-US" sz="5666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PREDICT OUTPUT</a:t>
            </a:r>
          </a:p>
        </p:txBody>
      </p:sp>
      <p:sp>
        <p:nvSpPr>
          <p:cNvPr id="5" name="Freeform 5"/>
          <p:cNvSpPr/>
          <p:nvPr/>
        </p:nvSpPr>
        <p:spPr>
          <a:xfrm>
            <a:off x="1544697" y="593769"/>
            <a:ext cx="6995885" cy="869862"/>
          </a:xfrm>
          <a:custGeom>
            <a:avLst/>
            <a:gdLst/>
            <a:ahLst/>
            <a:cxnLst/>
            <a:rect l="l" t="t" r="r" b="b"/>
            <a:pathLst>
              <a:path w="6995885" h="869862">
                <a:moveTo>
                  <a:pt x="0" y="0"/>
                </a:moveTo>
                <a:lnTo>
                  <a:pt x="6995885" y="0"/>
                </a:lnTo>
                <a:lnTo>
                  <a:pt x="6995885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2382" b="-2238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9611" y="4054337"/>
            <a:ext cx="7884389" cy="4383141"/>
          </a:xfrm>
          <a:custGeom>
            <a:avLst/>
            <a:gdLst/>
            <a:ahLst/>
            <a:cxnLst/>
            <a:rect l="l" t="t" r="r" b="b"/>
            <a:pathLst>
              <a:path w="7884389" h="4383141">
                <a:moveTo>
                  <a:pt x="0" y="0"/>
                </a:moveTo>
                <a:lnTo>
                  <a:pt x="7884389" y="0"/>
                </a:lnTo>
                <a:lnTo>
                  <a:pt x="7884389" y="4383141"/>
                </a:lnTo>
                <a:lnTo>
                  <a:pt x="0" y="438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07910" y="3591683"/>
            <a:ext cx="4667492" cy="5308450"/>
          </a:xfrm>
          <a:custGeom>
            <a:avLst/>
            <a:gdLst/>
            <a:ahLst/>
            <a:cxnLst/>
            <a:rect l="l" t="t" r="r" b="b"/>
            <a:pathLst>
              <a:path w="4667492" h="5308450">
                <a:moveTo>
                  <a:pt x="0" y="0"/>
                </a:moveTo>
                <a:lnTo>
                  <a:pt x="4667492" y="0"/>
                </a:lnTo>
                <a:lnTo>
                  <a:pt x="4667492" y="5308450"/>
                </a:lnTo>
                <a:lnTo>
                  <a:pt x="0" y="530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11854" y="443150"/>
            <a:ext cx="2263548" cy="2014557"/>
          </a:xfrm>
          <a:custGeom>
            <a:avLst/>
            <a:gdLst/>
            <a:ahLst/>
            <a:cxnLst/>
            <a:rect l="l" t="t" r="r" b="b"/>
            <a:pathLst>
              <a:path w="2263548" h="2014557">
                <a:moveTo>
                  <a:pt x="0" y="0"/>
                </a:moveTo>
                <a:lnTo>
                  <a:pt x="2263548" y="0"/>
                </a:lnTo>
                <a:lnTo>
                  <a:pt x="2263548" y="2014557"/>
                </a:lnTo>
                <a:lnTo>
                  <a:pt x="0" y="201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32043" y="123825"/>
            <a:ext cx="13193167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HOW DO WE GET DROPDOWN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1775" y="1507578"/>
            <a:ext cx="2695028" cy="40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  <a:spcBef>
                <a:spcPct val="0"/>
              </a:spcBef>
            </a:pPr>
            <a:r>
              <a:rPr lang="en-US" sz="3069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GET /OPTION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85117" y="2505332"/>
            <a:ext cx="4211985" cy="33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2"/>
              </a:lnSpc>
              <a:spcBef>
                <a:spcPct val="0"/>
              </a:spcBef>
            </a:pPr>
            <a:r>
              <a:rPr lang="en-US" sz="2532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Profile already load at start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14D196D1-A390-4DA9-B29E-3ED117155FD3}"/>
              </a:ext>
            </a:extLst>
          </p:cNvPr>
          <p:cNvSpPr/>
          <p:nvPr/>
        </p:nvSpPr>
        <p:spPr>
          <a:xfrm>
            <a:off x="514163" y="151645"/>
            <a:ext cx="13555926" cy="869862"/>
          </a:xfrm>
          <a:custGeom>
            <a:avLst/>
            <a:gdLst/>
            <a:ahLst/>
            <a:cxnLst/>
            <a:rect l="l" t="t" r="r" b="b"/>
            <a:pathLst>
              <a:path w="13555926" h="869862">
                <a:moveTo>
                  <a:pt x="0" y="0"/>
                </a:moveTo>
                <a:lnTo>
                  <a:pt x="13555927" y="0"/>
                </a:lnTo>
                <a:lnTo>
                  <a:pt x="13555927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0256" b="-90256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7008" y="1613226"/>
            <a:ext cx="15813984" cy="7847690"/>
          </a:xfrm>
          <a:custGeom>
            <a:avLst/>
            <a:gdLst/>
            <a:ahLst/>
            <a:cxnLst/>
            <a:rect l="l" t="t" r="r" b="b"/>
            <a:pathLst>
              <a:path w="15813984" h="7847690">
                <a:moveTo>
                  <a:pt x="0" y="0"/>
                </a:moveTo>
                <a:lnTo>
                  <a:pt x="15813984" y="0"/>
                </a:lnTo>
                <a:lnTo>
                  <a:pt x="15813984" y="7847689"/>
                </a:lnTo>
                <a:lnTo>
                  <a:pt x="0" y="7847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76614" y="333221"/>
            <a:ext cx="4753386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EXAMPLE</a:t>
            </a:r>
            <a:endParaRPr lang="en-US" sz="7000" b="1" dirty="0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A2E6B386-DAB0-4F1D-8FBA-A18114539B61}"/>
              </a:ext>
            </a:extLst>
          </p:cNvPr>
          <p:cNvSpPr/>
          <p:nvPr/>
        </p:nvSpPr>
        <p:spPr>
          <a:xfrm>
            <a:off x="6553200" y="347131"/>
            <a:ext cx="4740065" cy="869862"/>
          </a:xfrm>
          <a:custGeom>
            <a:avLst/>
            <a:gdLst/>
            <a:ahLst/>
            <a:cxnLst/>
            <a:rect l="l" t="t" r="r" b="b"/>
            <a:pathLst>
              <a:path w="4681283" h="869862">
                <a:moveTo>
                  <a:pt x="0" y="0"/>
                </a:moveTo>
                <a:lnTo>
                  <a:pt x="4681283" y="0"/>
                </a:lnTo>
                <a:lnTo>
                  <a:pt x="4681283" y="869861"/>
                </a:lnTo>
                <a:lnTo>
                  <a:pt x="0" y="86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285" t="-22382" r="-16158" b="-22382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20912" y="1898933"/>
            <a:ext cx="8531911" cy="7027253"/>
          </a:xfrm>
          <a:custGeom>
            <a:avLst/>
            <a:gdLst/>
            <a:ahLst/>
            <a:cxnLst/>
            <a:rect l="l" t="t" r="r" b="b"/>
            <a:pathLst>
              <a:path w="8531911" h="7027253">
                <a:moveTo>
                  <a:pt x="0" y="0"/>
                </a:moveTo>
                <a:lnTo>
                  <a:pt x="8531911" y="0"/>
                </a:lnTo>
                <a:lnTo>
                  <a:pt x="8531911" y="7027252"/>
                </a:lnTo>
                <a:lnTo>
                  <a:pt x="0" y="702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81800" y="358731"/>
            <a:ext cx="4724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EXAMPLE</a:t>
            </a:r>
            <a:endParaRPr lang="en-US" sz="7000" b="1" dirty="0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8EB1CA0-A597-4E97-8DF2-0E494E5C435C}"/>
              </a:ext>
            </a:extLst>
          </p:cNvPr>
          <p:cNvSpPr/>
          <p:nvPr/>
        </p:nvSpPr>
        <p:spPr>
          <a:xfrm>
            <a:off x="6804546" y="358731"/>
            <a:ext cx="4587665" cy="869862"/>
          </a:xfrm>
          <a:custGeom>
            <a:avLst/>
            <a:gdLst/>
            <a:ahLst/>
            <a:cxnLst/>
            <a:rect l="l" t="t" r="r" b="b"/>
            <a:pathLst>
              <a:path w="4681283" h="869862">
                <a:moveTo>
                  <a:pt x="0" y="0"/>
                </a:moveTo>
                <a:lnTo>
                  <a:pt x="4681283" y="0"/>
                </a:lnTo>
                <a:lnTo>
                  <a:pt x="4681283" y="869861"/>
                </a:lnTo>
                <a:lnTo>
                  <a:pt x="0" y="86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285" t="-22382" r="-16158" b="-22382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5102" y="2846451"/>
            <a:ext cx="13537796" cy="467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7458" lvl="1" indent="-498729" algn="l">
              <a:lnSpc>
                <a:spcPts val="4620"/>
              </a:lnSpc>
              <a:buFont typeface="Arial"/>
              <a:buChar char="•"/>
            </a:pPr>
            <a:r>
              <a:rPr lang="en-US" sz="462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Basic UI without advanced user experience design </a:t>
            </a:r>
          </a:p>
          <a:p>
            <a:pPr algn="l">
              <a:lnSpc>
                <a:spcPts val="4620"/>
              </a:lnSpc>
            </a:pPr>
            <a:endParaRPr lang="en-US" sz="4620" b="1" dirty="0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  <a:p>
            <a:pPr marL="997458" lvl="1" indent="-498729" algn="l">
              <a:lnSpc>
                <a:spcPts val="4620"/>
              </a:lnSpc>
              <a:buFont typeface="Arial"/>
              <a:buChar char="•"/>
            </a:pPr>
            <a:r>
              <a:rPr lang="en-US" sz="462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Backend uses simple API without full error handling coverage </a:t>
            </a:r>
          </a:p>
          <a:p>
            <a:pPr algn="l">
              <a:lnSpc>
                <a:spcPts val="4620"/>
              </a:lnSpc>
            </a:pPr>
            <a:endParaRPr lang="en-US" sz="4620" b="1" dirty="0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  <a:p>
            <a:pPr marL="997458" lvl="1" indent="-498729" algn="l">
              <a:lnSpc>
                <a:spcPts val="4620"/>
              </a:lnSpc>
              <a:buFont typeface="Arial"/>
              <a:buChar char="•"/>
            </a:pPr>
            <a:r>
              <a:rPr lang="en-US" sz="462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Limited scalability with current Docker-based setup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05017" y="348349"/>
            <a:ext cx="5877967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LIMITATION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F418B7E0-BE0C-4026-A762-D8555FD5C2DD}"/>
              </a:ext>
            </a:extLst>
          </p:cNvPr>
          <p:cNvSpPr/>
          <p:nvPr/>
        </p:nvSpPr>
        <p:spPr>
          <a:xfrm>
            <a:off x="6400800" y="413360"/>
            <a:ext cx="5430242" cy="869862"/>
          </a:xfrm>
          <a:custGeom>
            <a:avLst/>
            <a:gdLst/>
            <a:ahLst/>
            <a:cxnLst/>
            <a:rect l="l" t="t" r="r" b="b"/>
            <a:pathLst>
              <a:path w="6995885" h="869862">
                <a:moveTo>
                  <a:pt x="0" y="0"/>
                </a:moveTo>
                <a:lnTo>
                  <a:pt x="6995884" y="0"/>
                </a:lnTo>
                <a:lnTo>
                  <a:pt x="6995884" y="869861"/>
                </a:lnTo>
                <a:lnTo>
                  <a:pt x="0" y="86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382" b="-22382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4967" y="620703"/>
            <a:ext cx="9525" cy="72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343924" y="348349"/>
            <a:ext cx="3600152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FUTURE</a:t>
            </a:r>
            <a:endParaRPr lang="en-US" sz="7000" b="1" dirty="0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94120" y="2767096"/>
            <a:ext cx="13699759" cy="409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8478" lvl="1" indent="-499239" algn="l">
              <a:lnSpc>
                <a:spcPts val="4624"/>
              </a:lnSpc>
              <a:buFont typeface="Arial"/>
              <a:buChar char="•"/>
            </a:pPr>
            <a:r>
              <a:rPr lang="en-US" sz="4624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 Improved UI/UX</a:t>
            </a:r>
          </a:p>
          <a:p>
            <a:pPr algn="l">
              <a:lnSpc>
                <a:spcPts val="4624"/>
              </a:lnSpc>
            </a:pPr>
            <a:endParaRPr lang="en-US" sz="4624" b="1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  <a:p>
            <a:pPr marL="998478" lvl="1" indent="-499239" algn="l">
              <a:lnSpc>
                <a:spcPts val="4624"/>
              </a:lnSpc>
              <a:buFont typeface="Arial"/>
              <a:buChar char="•"/>
            </a:pPr>
            <a:r>
              <a:rPr lang="en-US" sz="4624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Optimized Backend  Performance </a:t>
            </a:r>
          </a:p>
          <a:p>
            <a:pPr algn="l">
              <a:lnSpc>
                <a:spcPts val="4624"/>
              </a:lnSpc>
            </a:pPr>
            <a:endParaRPr lang="en-US" sz="4624" b="1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  <a:p>
            <a:pPr marL="998478" lvl="1" indent="-499239" algn="l">
              <a:lnSpc>
                <a:spcPts val="4624"/>
              </a:lnSpc>
              <a:buFont typeface="Arial"/>
              <a:buChar char="•"/>
            </a:pPr>
            <a:r>
              <a:rPr lang="en-US" sz="4624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Prepare for scaling</a:t>
            </a:r>
          </a:p>
          <a:p>
            <a:pPr algn="l">
              <a:lnSpc>
                <a:spcPts val="4624"/>
              </a:lnSpc>
            </a:pPr>
            <a:endParaRPr lang="en-US" sz="4624" b="1">
              <a:solidFill>
                <a:srgbClr val="000000"/>
              </a:solidFill>
              <a:latin typeface="Arial" panose="020B0604020202020204" pitchFamily="34" charset="0"/>
              <a:ea typeface="Monda Bold"/>
              <a:cs typeface="Arial" panose="020B0604020202020204" pitchFamily="34" charset="0"/>
              <a:sym typeface="Monda Bold"/>
            </a:endParaRPr>
          </a:p>
          <a:p>
            <a:pPr marL="998478" lvl="1" indent="-499239" algn="l">
              <a:lnSpc>
                <a:spcPts val="4624"/>
              </a:lnSpc>
              <a:buFont typeface="Arial"/>
              <a:buChar char="•"/>
            </a:pPr>
            <a:r>
              <a:rPr lang="en-US" sz="4624" b="1">
                <a:solidFill>
                  <a:srgbClr val="000000"/>
                </a:solidFill>
                <a:latin typeface="Arial" panose="020B0604020202020204" pitchFamily="34" charset="0"/>
                <a:ea typeface="Monda Bold"/>
                <a:cs typeface="Arial" panose="020B0604020202020204" pitchFamily="34" charset="0"/>
                <a:sym typeface="Monda Bold"/>
              </a:rPr>
              <a:t>Collect /actual outcome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31041" y="9568706"/>
            <a:ext cx="101473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737373"/>
                </a:solidFill>
                <a:latin typeface="Arial" panose="020B0604020202020204" pitchFamily="34" charset="0"/>
                <a:ea typeface="Monda"/>
                <a:cs typeface="Arial" panose="020B0604020202020204" pitchFamily="34" charset="0"/>
                <a:sym typeface="Monda"/>
              </a:rPr>
              <a:t>DENTIME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3B36425-5929-41B9-9E05-CE0E22786B72}"/>
              </a:ext>
            </a:extLst>
          </p:cNvPr>
          <p:cNvSpPr/>
          <p:nvPr/>
        </p:nvSpPr>
        <p:spPr>
          <a:xfrm>
            <a:off x="7010400" y="348349"/>
            <a:ext cx="4343400" cy="869862"/>
          </a:xfrm>
          <a:custGeom>
            <a:avLst/>
            <a:gdLst/>
            <a:ahLst/>
            <a:cxnLst/>
            <a:rect l="l" t="t" r="r" b="b"/>
            <a:pathLst>
              <a:path w="4787180" h="869862">
                <a:moveTo>
                  <a:pt x="0" y="0"/>
                </a:moveTo>
                <a:lnTo>
                  <a:pt x="4787180" y="0"/>
                </a:lnTo>
                <a:lnTo>
                  <a:pt x="4787180" y="869861"/>
                </a:lnTo>
                <a:lnTo>
                  <a:pt x="0" y="86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13" t="-22382" r="-20224" b="-2238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Monda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cp:lastModifiedBy>kittipos</cp:lastModifiedBy>
  <cp:revision>2</cp:revision>
  <dcterms:created xsi:type="dcterms:W3CDTF">2006-08-16T00:00:00Z</dcterms:created>
  <dcterms:modified xsi:type="dcterms:W3CDTF">2026-04-23T19:11:06Z</dcterms:modified>
  <dc:identifier>DAHHsD_Co7I</dc:identifier>
</cp:coreProperties>
</file>